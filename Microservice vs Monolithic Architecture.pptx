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2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5E8A-10B2-7A40-6436-61F3456D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4AA956-8006-149E-8DBF-A34B529D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41C6-14B7-4F03-9D6E-92F91F377CA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B075E-109E-075E-8AB7-3B501B73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69926-EBE9-F5A4-B949-8AF4688A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A8F8-CA40-43AB-8D42-6A9859D0C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1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7461E0-082D-5237-5799-6028B368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63BEC-F474-675D-600F-C079E8AF3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8BF2F-347C-0CE2-60E4-E7DBA54F9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841C6-14B7-4F03-9D6E-92F91F377CA5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F29DA-8263-E0CB-408A-36C44FE2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C6F77-4A7C-840E-FE0C-22995C5A6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BA8F8-CA40-43AB-8D42-6A9859D0C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7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68B2C22-8CFC-A883-49A4-EB88381C6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5000"/>
              <a:t>Microservice vs Monolithic Architecture</a:t>
            </a:r>
            <a:endParaRPr lang="en-US" sz="5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21C26B-8064-39EC-A955-F9D556220275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2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C7D1F81-9B29-5F2B-8E01-0D1765E2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vi-VN" sz="3000" b="1"/>
              <a:t>System Overview</a:t>
            </a:r>
            <a:br>
              <a:rPr lang="vi-VN" sz="3000" b="1"/>
            </a:br>
            <a:endParaRPr lang="en-US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4A5EF0-B76B-97A0-8E15-2E27023D82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33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138D77-735A-12B7-F392-E12CEF2A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000" b="1"/>
              <a:t>II. System Architecture</a:t>
            </a:r>
            <a:br>
              <a:rPr lang="vi-VN" sz="3000" b="1"/>
            </a:br>
            <a:endParaRPr lang="en-US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46211F-ABC6-8AFA-726E-C0E8A869B8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2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4BDA162-A0BB-9BDC-007C-4876A0EE7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000" b="1"/>
              <a:t>III. System Architecture</a:t>
            </a:r>
            <a:endParaRPr lang="en-US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36B395-504B-55F4-917E-AB681D8A32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8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DFB367D-A276-7C13-6C39-CD3300309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000" b="1"/>
              <a:t>IV. Results</a:t>
            </a:r>
            <a:br>
              <a:rPr lang="vi-VN" sz="3000" b="1"/>
            </a:br>
            <a:r>
              <a:rPr lang="vi-VN" sz="2800" b="1"/>
              <a:t>Aggregate Analysis Login Latency Comparison</a:t>
            </a:r>
            <a:endParaRPr lang="en-US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B0CBBF-D010-D8C4-2687-377D777ECC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84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9CCA34A-C6A6-1E77-00BD-480D5AF7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000" b="1"/>
              <a:t>IV. Results</a:t>
            </a:r>
            <a:br>
              <a:rPr lang="vi-VN" sz="2800" b="1"/>
            </a:br>
            <a:r>
              <a:rPr lang="vi-VN" sz="2800" b="1"/>
              <a:t>Aggregate Analysis Login Latency Comparison</a:t>
            </a:r>
            <a:endParaRPr lang="en-US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AC526F-13E1-4643-5C80-9BD8E56B7092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15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1F51351-98D2-E623-3A1D-2AA75EA87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200" b="1"/>
              <a:t>IV. Results</a:t>
            </a:r>
            <a:br>
              <a:rPr lang="vi-VN" sz="3000" b="1"/>
            </a:br>
            <a:r>
              <a:rPr lang="vi-VN" sz="2800" b="1"/>
              <a:t>Speed up comparison monolithic vs 1 and 4 node microservice</a:t>
            </a:r>
            <a:endParaRPr lang="en-US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7B583B-27AA-E208-4640-9E313C6078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4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AD9D186-E237-E010-CF5B-03750134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000" b="1"/>
              <a:t>V. Trade offs</a:t>
            </a:r>
            <a:endParaRPr lang="en-US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8DB9E9-88A9-57A2-B937-C3B3836FBA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84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7028C8F-48A6-BEA2-0D44-03253FB42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000" b="1"/>
              <a:t>Conclusion</a:t>
            </a:r>
            <a:endParaRPr lang="en-US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B0BFBB-338F-E43E-D2CE-7D8A0AAF5F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790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53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Microservice vs Monolithic Architecture</vt:lpstr>
      <vt:lpstr>System Overview </vt:lpstr>
      <vt:lpstr>II. System Architecture </vt:lpstr>
      <vt:lpstr>III. System Architecture</vt:lpstr>
      <vt:lpstr>IV. Results Aggregate Analysis Login Latency Comparison</vt:lpstr>
      <vt:lpstr>IV. Results Aggregate Analysis Login Latency Comparison</vt:lpstr>
      <vt:lpstr>IV. Results Speed up comparison monolithic vs 1 and 4 node microservice</vt:lpstr>
      <vt:lpstr>V. Trade offs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Trinh, Cong Luan</dc:creator>
  <cp:lastModifiedBy>Jonathan Allen</cp:lastModifiedBy>
  <cp:revision>2</cp:revision>
  <dcterms:created xsi:type="dcterms:W3CDTF">2026-02-24T04:36:58Z</dcterms:created>
  <dcterms:modified xsi:type="dcterms:W3CDTF">2026-02-24T06:18:54Z</dcterms:modified>
</cp:coreProperties>
</file>